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640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consists of three integrated projects, two of which have accompanying technical reports. dpi_stdn_agentic generates STDN graph data through multi-agent debate. lia builds bottom-up material supply networks and exports Comtrade trade flow data. stdn-explorer consumes data from both projects to power its nine analytical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Systems, One Pipeline: Agentic AI for Supply Chain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generation to material research to interactive exploration and policy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66160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66160" cy="54864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dpi_stdn_agentic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pipeline that constructs Shallow Technology Dependency Networks through structured debate and consensus.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Top-down: technology to components to materials to countries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Technology and Material viewpoints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debate with Jaccard convergence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production data with LLM fallback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and provenance on every row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analyst research compressed to hours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5715000"/>
            <a:ext cx="356616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5788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5989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Agentic Framework for Synthesizing Shallow Technology Dependency Networks for Rapid Disruption Analysis of Global Manufacturing and Trade Networks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1554480"/>
            <a:ext cx="3566160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51960" y="1554480"/>
            <a:ext cx="356616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8056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RESEARCH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80560" y="2468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Intelligence Assistant. Builds material supply networks from the bottom up using AI-driven iterative research.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329184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single material to full supply network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all forms (ore, refined, compound) via HS codes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transformation processes between material forms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network by discovering precursors and products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5715000"/>
            <a:ext cx="356616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34840" y="5788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34840" y="5989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Approach for Material Evolution Knowledge Hypergraph Discovery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46720" y="1554480"/>
            <a:ext cx="3566160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46720" y="1554480"/>
            <a:ext cx="35661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7532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stdn-explorer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75320" y="2468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for exploring supply chain vulnerabilities. Consumes data from both dpi_stdn_agentic (STDN graphs) and lia (trade flow data) to power nine analytical views.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329184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STDN data: network graphs, concentration, dominance, overlap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Comtrade data (via lia): trade disruption and substitutability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disruption simulator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policy reports + Gemini AI chat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deployment, no backend required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23360" y="356616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818120" y="356616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302</Words>
  <Application>Microsoft Macintosh PowerPoint</Application>
  <PresentationFormat>Widescreen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Schroeder, Aaron (ads7fg)</cp:lastModifiedBy>
  <cp:revision>2</cp:revision>
  <dcterms:created xsi:type="dcterms:W3CDTF">2026-04-10T12:06:26Z</dcterms:created>
  <dcterms:modified xsi:type="dcterms:W3CDTF">2026-04-10T12:17:40Z</dcterms:modified>
</cp:coreProperties>
</file>